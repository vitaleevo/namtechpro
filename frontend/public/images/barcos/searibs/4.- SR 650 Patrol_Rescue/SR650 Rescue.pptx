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/>
    <p:restoredTop sz="94659"/>
  </p:normalViewPr>
  <p:slideViewPr>
    <p:cSldViewPr snapToGrid="0" snapToObjects="1">
      <p:cViewPr>
        <p:scale>
          <a:sx n="149" d="100"/>
          <a:sy n="149" d="100"/>
        </p:scale>
        <p:origin x="344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emf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hyperlink" Target="mailto:geral@navalportyards.com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650</a:t>
            </a:r>
            <a:r>
              <a:rPr lang="es-ES" sz="2800" b="1" dirty="0">
                <a:solidFill>
                  <a:srgbClr val="C00000"/>
                </a:solidFill>
              </a:rPr>
              <a:t> RESCUE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3610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538830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6,50m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2,50m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0,53m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10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2000kg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250hp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2x90hp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&gt;30MN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naval, 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929" y="4769501"/>
            <a:ext cx="1308100" cy="482600"/>
          </a:xfrm>
          <a:prstGeom prst="rect">
            <a:avLst/>
          </a:prstGeom>
        </p:spPr>
      </p:pic>
      <p:sp>
        <p:nvSpPr>
          <p:cNvPr id="2" name="Shape 279">
            <a:extLst>
              <a:ext uri="{FF2B5EF4-FFF2-40B4-BE49-F238E27FC236}">
                <a16:creationId xmlns:a16="http://schemas.microsoft.com/office/drawing/2014/main" id="{8FD7BA33-BAB1-5CFC-0EA4-93002256DC2E}"/>
              </a:ext>
            </a:extLst>
          </p:cNvPr>
          <p:cNvSpPr/>
          <p:nvPr/>
        </p:nvSpPr>
        <p:spPr>
          <a:xfrm>
            <a:off x="0" y="0"/>
            <a:ext cx="4935538" cy="4602163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hape 280">
            <a:extLst>
              <a:ext uri="{FF2B5EF4-FFF2-40B4-BE49-F238E27FC236}">
                <a16:creationId xmlns:a16="http://schemas.microsoft.com/office/drawing/2014/main" id="{6A0AB6CA-70B9-59AF-EC7A-6F185EF889D7}"/>
              </a:ext>
            </a:extLst>
          </p:cNvPr>
          <p:cNvSpPr/>
          <p:nvPr/>
        </p:nvSpPr>
        <p:spPr>
          <a:xfrm>
            <a:off x="5038725" y="-1"/>
            <a:ext cx="1463675" cy="147320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Shape 281">
            <a:extLst>
              <a:ext uri="{FF2B5EF4-FFF2-40B4-BE49-F238E27FC236}">
                <a16:creationId xmlns:a16="http://schemas.microsoft.com/office/drawing/2014/main" id="{85568FB1-4FEE-98D4-C729-815CBA5228B6}"/>
              </a:ext>
            </a:extLst>
          </p:cNvPr>
          <p:cNvSpPr/>
          <p:nvPr/>
        </p:nvSpPr>
        <p:spPr>
          <a:xfrm>
            <a:off x="5032375" y="1535112"/>
            <a:ext cx="1506538" cy="1485901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" name="Shape 282">
            <a:extLst>
              <a:ext uri="{FF2B5EF4-FFF2-40B4-BE49-F238E27FC236}">
                <a16:creationId xmlns:a16="http://schemas.microsoft.com/office/drawing/2014/main" id="{7E138424-1969-98DB-1689-E512666489CD}"/>
              </a:ext>
            </a:extLst>
          </p:cNvPr>
          <p:cNvSpPr/>
          <p:nvPr/>
        </p:nvSpPr>
        <p:spPr>
          <a:xfrm>
            <a:off x="5032375" y="3090862"/>
            <a:ext cx="1497013" cy="1511301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650</a:t>
            </a:r>
            <a:r>
              <a:rPr lang="es-ES" sz="2800" b="1" dirty="0">
                <a:solidFill>
                  <a:srgbClr val="C00000"/>
                </a:solidFill>
              </a:rPr>
              <a:t> RESCUE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SR650 </a:t>
            </a:r>
            <a:r>
              <a:rPr lang="pt-PT" sz="1000" dirty="0" err="1"/>
              <a:t>Rescue</a:t>
            </a:r>
            <a:endParaRPr lang="pt-PT" sz="1000" dirty="0"/>
          </a:p>
          <a:p>
            <a:r>
              <a:rPr lang="pt-PT" sz="1000" dirty="0"/>
              <a:t>1x Consola 860</a:t>
            </a:r>
          </a:p>
          <a:p>
            <a:r>
              <a:rPr lang="pt-PT" sz="1000" dirty="0"/>
              <a:t>1x Depósitos de combustível 200L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Roll</a:t>
            </a:r>
            <a:r>
              <a:rPr lang="pt-PT" sz="1000" dirty="0"/>
              <a:t>-Bar com auto </a:t>
            </a:r>
            <a:r>
              <a:rPr lang="pt-PT" sz="1000" dirty="0" err="1"/>
              <a:t>adrizamento</a:t>
            </a:r>
            <a:r>
              <a:rPr lang="pt-PT" sz="1000" dirty="0"/>
              <a:t> + suporte de </a:t>
            </a:r>
          </a:p>
          <a:p>
            <a:r>
              <a:rPr lang="pt-PT" sz="1000" dirty="0"/>
              <a:t>      antenas luzes de navegação e outros</a:t>
            </a:r>
          </a:p>
          <a:p>
            <a:r>
              <a:rPr lang="pt-PT" sz="1000" dirty="0"/>
              <a:t>1x Flutuador em </a:t>
            </a:r>
            <a:r>
              <a:rPr lang="pt-PT" sz="1000" dirty="0" err="1"/>
              <a:t>Hypalon</a:t>
            </a:r>
            <a:r>
              <a:rPr lang="pt-PT" sz="1000" dirty="0"/>
              <a:t>/neopreno</a:t>
            </a:r>
          </a:p>
          <a:p>
            <a:r>
              <a:rPr lang="pt-PT" sz="1000" dirty="0"/>
              <a:t>2x Bancos Jockey</a:t>
            </a:r>
          </a:p>
          <a:p>
            <a:r>
              <a:rPr lang="pt-PT" sz="1000" dirty="0"/>
              <a:t>1x Bita de proa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9”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Radar/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 dirty="0"/>
              <a:t>/sonda</a:t>
            </a:r>
          </a:p>
          <a:p>
            <a:r>
              <a:rPr lang="pt-PT" sz="1000" dirty="0"/>
              <a:t>1x AIS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1x Sistema de luzes de policia e sirena com autofalante</a:t>
            </a:r>
          </a:p>
          <a:p>
            <a:r>
              <a:rPr lang="pt-PT" sz="1000" dirty="0"/>
              <a:t>3x Batereis</a:t>
            </a:r>
          </a:p>
          <a:p>
            <a:r>
              <a:rPr lang="pt-PT" sz="1000" dirty="0"/>
              <a:t>2x Motores SUZUKI 90HP (ou similar)</a:t>
            </a:r>
          </a:p>
          <a:p>
            <a:r>
              <a:rPr lang="pt-PT" sz="1000" dirty="0"/>
              <a:t>1x kit de direção hidráulica</a:t>
            </a:r>
          </a:p>
          <a:p>
            <a:r>
              <a:rPr lang="pt-PT" sz="1000" dirty="0"/>
              <a:t>2x Filtro de combustível separador de agua</a:t>
            </a:r>
          </a:p>
          <a:p>
            <a:r>
              <a:rPr lang="pt-PT" sz="1000" dirty="0"/>
              <a:t>1x Projetor LED em popa 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r>
              <a:rPr lang="pt-PT" sz="1000" dirty="0"/>
              <a:t>1x Equipamentos </a:t>
            </a:r>
            <a:r>
              <a:rPr lang="pt-PT" sz="1000" dirty="0" err="1"/>
              <a:t>sanitarios</a:t>
            </a:r>
            <a:r>
              <a:rPr lang="pt-PT" sz="1000" dirty="0"/>
              <a:t> (1 x maca por transporte de feridos, kit de      </a:t>
            </a:r>
          </a:p>
          <a:p>
            <a:r>
              <a:rPr lang="pt-PT" sz="1000" dirty="0"/>
              <a:t>     oxigeno </a:t>
            </a:r>
            <a:r>
              <a:rPr lang="pt-PT" sz="1000" dirty="0" err="1"/>
              <a:t>autonomo</a:t>
            </a:r>
            <a:r>
              <a:rPr lang="pt-PT" sz="1000" dirty="0"/>
              <a:t>, etc...) 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499</Words>
  <Application>Microsoft Macintosh PowerPoint</Application>
  <PresentationFormat>Presentación en pantalla (4:3)</PresentationFormat>
  <Paragraphs>95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20</cp:revision>
  <cp:lastPrinted>2026-04-03T21:16:24Z</cp:lastPrinted>
  <dcterms:modified xsi:type="dcterms:W3CDTF">2026-04-03T21:16:28Z</dcterms:modified>
</cp:coreProperties>
</file>