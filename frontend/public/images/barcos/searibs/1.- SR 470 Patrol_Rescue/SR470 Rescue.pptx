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/>
    <p:restoredTop sz="94659"/>
  </p:normalViewPr>
  <p:slideViewPr>
    <p:cSldViewPr snapToGrid="0" snapToObjects="1">
      <p:cViewPr varScale="1">
        <p:scale>
          <a:sx n="106" d="100"/>
          <a:sy n="106" d="100"/>
        </p:scale>
        <p:origin x="1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emf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hyperlink" Target="mailto:geral@navalportyards.com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470</a:t>
            </a:r>
            <a:r>
              <a:rPr lang="es-ES" sz="2800" b="1" dirty="0">
                <a:solidFill>
                  <a:srgbClr val="C00000"/>
                </a:solidFill>
              </a:rPr>
              <a:t> RESCUE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3610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538830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4,70m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2,12m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0,52m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6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1000kg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70hp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60hp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&gt;30MN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naval, 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em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929" y="4769501"/>
            <a:ext cx="1308100" cy="482600"/>
          </a:xfrm>
          <a:prstGeom prst="rect">
            <a:avLst/>
          </a:prstGeom>
        </p:spPr>
      </p:pic>
      <p:sp>
        <p:nvSpPr>
          <p:cNvPr id="2" name="Shape 286">
            <a:extLst>
              <a:ext uri="{FF2B5EF4-FFF2-40B4-BE49-F238E27FC236}">
                <a16:creationId xmlns:a16="http://schemas.microsoft.com/office/drawing/2014/main" id="{13973356-1564-0714-3948-AE5ACC862277}"/>
              </a:ext>
            </a:extLst>
          </p:cNvPr>
          <p:cNvSpPr/>
          <p:nvPr/>
        </p:nvSpPr>
        <p:spPr>
          <a:xfrm>
            <a:off x="0" y="0"/>
            <a:ext cx="4945063" cy="461962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" name="Shape 287">
            <a:extLst>
              <a:ext uri="{FF2B5EF4-FFF2-40B4-BE49-F238E27FC236}">
                <a16:creationId xmlns:a16="http://schemas.microsoft.com/office/drawing/2014/main" id="{2A672D97-40D6-C7D3-D4C0-46796E8D49D3}"/>
              </a:ext>
            </a:extLst>
          </p:cNvPr>
          <p:cNvSpPr/>
          <p:nvPr/>
        </p:nvSpPr>
        <p:spPr>
          <a:xfrm>
            <a:off x="5018087" y="-6350"/>
            <a:ext cx="1476376" cy="1474788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" name="Shape 288">
            <a:extLst>
              <a:ext uri="{FF2B5EF4-FFF2-40B4-BE49-F238E27FC236}">
                <a16:creationId xmlns:a16="http://schemas.microsoft.com/office/drawing/2014/main" id="{D83CD5A1-CFDD-A503-237B-5FC39115811E}"/>
              </a:ext>
            </a:extLst>
          </p:cNvPr>
          <p:cNvSpPr/>
          <p:nvPr/>
        </p:nvSpPr>
        <p:spPr>
          <a:xfrm>
            <a:off x="5022850" y="1566862"/>
            <a:ext cx="1466850" cy="1457326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" name="Shape 289">
            <a:extLst>
              <a:ext uri="{FF2B5EF4-FFF2-40B4-BE49-F238E27FC236}">
                <a16:creationId xmlns:a16="http://schemas.microsoft.com/office/drawing/2014/main" id="{483CF37A-E9F2-963B-DE9D-E6B3126A731A}"/>
              </a:ext>
            </a:extLst>
          </p:cNvPr>
          <p:cNvSpPr/>
          <p:nvPr/>
        </p:nvSpPr>
        <p:spPr>
          <a:xfrm>
            <a:off x="5018087" y="3113087"/>
            <a:ext cx="1473201" cy="1484314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470</a:t>
            </a:r>
            <a:r>
              <a:rPr lang="es-ES" sz="2800" b="1" dirty="0">
                <a:solidFill>
                  <a:srgbClr val="C00000"/>
                </a:solidFill>
              </a:rPr>
              <a:t> RESCUE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SR470 </a:t>
            </a:r>
            <a:r>
              <a:rPr lang="pt-PT" sz="1000" dirty="0" err="1"/>
              <a:t>Rescue</a:t>
            </a:r>
            <a:endParaRPr lang="pt-PT" sz="1000" dirty="0"/>
          </a:p>
          <a:p>
            <a:r>
              <a:rPr lang="pt-PT" sz="1000" dirty="0"/>
              <a:t>1x Consola 470</a:t>
            </a:r>
          </a:p>
          <a:p>
            <a:r>
              <a:rPr lang="pt-PT" sz="1000" dirty="0"/>
              <a:t>1x Depósitos de combustível 60L</a:t>
            </a:r>
          </a:p>
          <a:p>
            <a:r>
              <a:rPr lang="pt-PT" sz="1000" dirty="0"/>
              <a:t>1x Bancos duplo</a:t>
            </a:r>
          </a:p>
          <a:p>
            <a:r>
              <a:rPr lang="pt-PT" sz="1000" dirty="0"/>
              <a:t>1x cunho em proa em borracha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 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7”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 dirty="0"/>
              <a:t>/Sonda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2x Batereis</a:t>
            </a:r>
          </a:p>
          <a:p>
            <a:r>
              <a:rPr lang="pt-PT" sz="1000" dirty="0"/>
              <a:t>1x Motores SUZUKI 60HP (ou similar)</a:t>
            </a:r>
          </a:p>
          <a:p>
            <a:r>
              <a:rPr lang="pt-PT" sz="1000" dirty="0"/>
              <a:t>1x kit de direção reforçada</a:t>
            </a:r>
          </a:p>
          <a:p>
            <a:r>
              <a:rPr lang="pt-PT" sz="1000" dirty="0"/>
              <a:t>1x Filtro de combustível separador de agua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442</Words>
  <Application>Microsoft Macintosh PowerPoint</Application>
  <PresentationFormat>Presentación en pantalla (4:3)</PresentationFormat>
  <Paragraphs>86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22</cp:revision>
  <cp:lastPrinted>2026-04-03T20:11:30Z</cp:lastPrinted>
  <dcterms:modified xsi:type="dcterms:W3CDTF">2026-04-03T20:59:25Z</dcterms:modified>
</cp:coreProperties>
</file>