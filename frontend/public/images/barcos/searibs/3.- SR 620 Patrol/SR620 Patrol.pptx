
<file path=[Content_Types].xml><?xml version="1.0" encoding="utf-8"?>
<Types xmlns="http://schemas.openxmlformats.org/package/2006/content-types"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50"/>
    <p:restoredTop sz="94659"/>
  </p:normalViewPr>
  <p:slideViewPr>
    <p:cSldViewPr snapToGrid="0" snapToObjects="1">
      <p:cViewPr>
        <p:scale>
          <a:sx n="139" d="100"/>
          <a:sy n="139" d="100"/>
        </p:scale>
        <p:origin x="3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827265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866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0473C-FF68-A426-D7B3-2D0EDCA99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280930-432B-D676-E8AA-6CDCA3CA5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C1AFF4-DC3A-ED81-6CDA-949AE20B9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6019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25672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 defTabSz="914400">
              <a:defRPr sz="1200">
                <a:solidFill>
                  <a:srgbClr val="898989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4572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9144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13716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18288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gif"/><Relationship Id="rId5" Type="http://schemas.openxmlformats.org/officeDocument/2006/relationships/image" Target="../media/image2.emf"/><Relationship Id="rId4" Type="http://schemas.openxmlformats.org/officeDocument/2006/relationships/hyperlink" Target="mailto:geral@navalportyards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eral@navalportyards.com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C6350B4-20B7-26A8-1315-B1A93EB84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64779D0-6A06-C5AC-F503-F0A65D3A3F9D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4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D7AACE2-6ABE-D6B8-1297-DB9CA7C312B3}"/>
              </a:ext>
            </a:extLst>
          </p:cNvPr>
          <p:cNvSpPr txBox="1"/>
          <p:nvPr/>
        </p:nvSpPr>
        <p:spPr>
          <a:xfrm>
            <a:off x="7928811" y="-97525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3372490-BDB7-6A20-582F-1957E83C79D8}"/>
              </a:ext>
            </a:extLst>
          </p:cNvPr>
          <p:cNvSpPr txBox="1"/>
          <p:nvPr/>
        </p:nvSpPr>
        <p:spPr>
          <a:xfrm>
            <a:off x="6980663" y="717335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620</a:t>
            </a:r>
            <a:r>
              <a:rPr lang="es-ES" sz="2800" b="1" dirty="0">
                <a:solidFill>
                  <a:srgbClr val="C00000"/>
                </a:solidFill>
              </a:rPr>
              <a:t> PATROL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3AB998C-1E30-85FB-7E2D-63755F2A0C65}"/>
              </a:ext>
            </a:extLst>
          </p:cNvPr>
          <p:cNvSpPr txBox="1"/>
          <p:nvPr/>
        </p:nvSpPr>
        <p:spPr>
          <a:xfrm>
            <a:off x="6596261" y="1291947"/>
            <a:ext cx="4503606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SPÉCIFICATIONS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EFC7AA4-C81A-16DC-250A-11D4F7383990}"/>
              </a:ext>
            </a:extLst>
          </p:cNvPr>
          <p:cNvSpPr txBox="1"/>
          <p:nvPr/>
        </p:nvSpPr>
        <p:spPr>
          <a:xfrm>
            <a:off x="6598990" y="1620338"/>
            <a:ext cx="5519852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PT" sz="1000" b="1" dirty="0"/>
              <a:t>Comprimento 			</a:t>
            </a:r>
            <a:r>
              <a:rPr lang="pt-PT" sz="1000" dirty="0"/>
              <a:t>6,20m</a:t>
            </a:r>
          </a:p>
          <a:p>
            <a:r>
              <a:rPr lang="pt-PT" sz="1000" b="1" dirty="0"/>
              <a:t>Boca				</a:t>
            </a:r>
            <a:r>
              <a:rPr lang="pt-PT" sz="1000" dirty="0"/>
              <a:t>2,38m</a:t>
            </a:r>
          </a:p>
          <a:p>
            <a:r>
              <a:rPr lang="pt-PT" sz="1000" b="1" dirty="0"/>
              <a:t>Diâmetro Flutuador		</a:t>
            </a:r>
            <a:r>
              <a:rPr lang="pt-PT" sz="1000" dirty="0"/>
              <a:t>0,53m</a:t>
            </a:r>
          </a:p>
          <a:p>
            <a:r>
              <a:rPr lang="pt-PT" sz="1000" b="1" dirty="0"/>
              <a:t>Tripulação			</a:t>
            </a:r>
            <a:r>
              <a:rPr lang="pt-PT" sz="1000" dirty="0"/>
              <a:t>2</a:t>
            </a:r>
          </a:p>
          <a:p>
            <a:r>
              <a:rPr lang="pt-PT" sz="1000" b="1" dirty="0"/>
              <a:t>Passageiros			</a:t>
            </a:r>
            <a:r>
              <a:rPr lang="pt-PT" sz="1000" dirty="0"/>
              <a:t>10</a:t>
            </a:r>
          </a:p>
          <a:p>
            <a:r>
              <a:rPr lang="pt-PT" sz="1000" b="1" dirty="0"/>
              <a:t>Carga Máxima			</a:t>
            </a:r>
            <a:r>
              <a:rPr lang="pt-PT" sz="1000" dirty="0"/>
              <a:t>2000kg</a:t>
            </a:r>
          </a:p>
          <a:p>
            <a:r>
              <a:rPr lang="pt-PT" sz="1000" b="1" dirty="0"/>
              <a:t>Potência Máxima		</a:t>
            </a:r>
            <a:r>
              <a:rPr lang="pt-PT" sz="1000" dirty="0"/>
              <a:t>160hp</a:t>
            </a:r>
          </a:p>
          <a:p>
            <a:r>
              <a:rPr lang="pt-PT" sz="1000" b="1" dirty="0"/>
              <a:t>Potência instalada		</a:t>
            </a:r>
            <a:r>
              <a:rPr lang="pt-PT" sz="1000" dirty="0"/>
              <a:t>2X90hp</a:t>
            </a:r>
          </a:p>
          <a:p>
            <a:r>
              <a:rPr lang="pt-PT" sz="1000" b="1" dirty="0"/>
              <a:t>Velocidade Máxima		</a:t>
            </a:r>
            <a:r>
              <a:rPr lang="pt-PT" sz="1000" dirty="0"/>
              <a:t>&gt;40MN</a:t>
            </a:r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b="1" dirty="0">
                <a:solidFill>
                  <a:srgbClr val="C00000"/>
                </a:solidFill>
              </a:rPr>
              <a:t>MATERIALES</a:t>
            </a:r>
          </a:p>
          <a:p>
            <a:endParaRPr lang="es-ES" sz="1000" dirty="0"/>
          </a:p>
          <a:p>
            <a:r>
              <a:rPr lang="es-ES" sz="1000" dirty="0"/>
              <a:t>Composite, resinas e fibras da </a:t>
            </a:r>
            <a:r>
              <a:rPr lang="es-ES" sz="1000" dirty="0" err="1"/>
              <a:t>mais</a:t>
            </a:r>
            <a:r>
              <a:rPr lang="es-ES" sz="1000" dirty="0"/>
              <a:t> alta </a:t>
            </a:r>
          </a:p>
          <a:p>
            <a:r>
              <a:rPr lang="es-ES" sz="1000" dirty="0" err="1"/>
              <a:t>cualidade</a:t>
            </a:r>
            <a:r>
              <a:rPr lang="es-ES" sz="1000" dirty="0"/>
              <a:t> naval, </a:t>
            </a:r>
          </a:p>
          <a:p>
            <a:endParaRPr lang="es-ES" sz="1000" dirty="0"/>
          </a:p>
          <a:p>
            <a:r>
              <a:rPr lang="es-ES" sz="1000" b="1" dirty="0">
                <a:solidFill>
                  <a:srgbClr val="C00000"/>
                </a:solidFill>
              </a:rPr>
              <a:t>FLUTUADORES</a:t>
            </a:r>
          </a:p>
          <a:p>
            <a:endParaRPr lang="es-ES" sz="1000" b="1" dirty="0">
              <a:solidFill>
                <a:srgbClr val="C00000"/>
              </a:solidFill>
            </a:endParaRPr>
          </a:p>
          <a:p>
            <a:r>
              <a:rPr lang="es-ES" sz="1000" dirty="0" err="1">
                <a:solidFill>
                  <a:schemeClr val="tx1"/>
                </a:solidFill>
              </a:rPr>
              <a:t>Flutuador</a:t>
            </a:r>
            <a:r>
              <a:rPr lang="es-ES" sz="1000" dirty="0">
                <a:solidFill>
                  <a:schemeClr val="tx1"/>
                </a:solidFill>
              </a:rPr>
              <a:t> </a:t>
            </a:r>
            <a:r>
              <a:rPr lang="es-ES" sz="1000" dirty="0" err="1">
                <a:solidFill>
                  <a:schemeClr val="tx1"/>
                </a:solidFill>
              </a:rPr>
              <a:t>Hypalon</a:t>
            </a:r>
            <a:r>
              <a:rPr lang="es-ES" sz="1000" dirty="0">
                <a:solidFill>
                  <a:schemeClr val="tx1"/>
                </a:solidFill>
              </a:rPr>
              <a:t>/Neopreno.</a:t>
            </a:r>
          </a:p>
          <a:p>
            <a:endParaRPr lang="es-ES" sz="1000" dirty="0">
              <a:solidFill>
                <a:schemeClr val="tx1"/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CEC4D271-3666-CF2F-D3C1-063FF99FE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552" y="4841829"/>
            <a:ext cx="1308100" cy="482600"/>
          </a:xfrm>
          <a:prstGeom prst="rect">
            <a:avLst/>
          </a:prstGeom>
        </p:spPr>
      </p:pic>
      <p:pic>
        <p:nvPicPr>
          <p:cNvPr id="2" name="Imagen 2">
            <a:extLst>
              <a:ext uri="{FF2B5EF4-FFF2-40B4-BE49-F238E27FC236}">
                <a16:creationId xmlns:a16="http://schemas.microsoft.com/office/drawing/2014/main" id="{9988D66F-E6C4-D657-41D1-1102DF01E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54" b="20221"/>
          <a:stretch/>
        </p:blipFill>
        <p:spPr bwMode="auto">
          <a:xfrm>
            <a:off x="0" y="7449"/>
            <a:ext cx="6752492" cy="515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622799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02F742F-1B82-2B92-AB89-F54DF1D04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12EEF13-D632-296E-CF01-FAA65197C222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3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66B6E1-32EB-F355-08E3-0AD1267301B0}"/>
              </a:ext>
            </a:extLst>
          </p:cNvPr>
          <p:cNvSpPr txBox="1"/>
          <p:nvPr/>
        </p:nvSpPr>
        <p:spPr>
          <a:xfrm>
            <a:off x="156411" y="23238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93A638-33DE-A273-B592-F7229C302C3A}"/>
              </a:ext>
            </a:extLst>
          </p:cNvPr>
          <p:cNvSpPr txBox="1"/>
          <p:nvPr/>
        </p:nvSpPr>
        <p:spPr>
          <a:xfrm>
            <a:off x="1254093" y="392049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620</a:t>
            </a:r>
            <a:r>
              <a:rPr lang="es-ES" sz="2800" b="1" dirty="0">
                <a:solidFill>
                  <a:srgbClr val="C00000"/>
                </a:solidFill>
              </a:rPr>
              <a:t> PATROL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90AB8EC-111B-D8A9-243D-E6276FBC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384" y="4715417"/>
            <a:ext cx="1308100" cy="4826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0F2D00-1111-3CDD-C824-C1FC3C73131D}"/>
              </a:ext>
            </a:extLst>
          </p:cNvPr>
          <p:cNvSpPr txBox="1"/>
          <p:nvPr/>
        </p:nvSpPr>
        <p:spPr>
          <a:xfrm>
            <a:off x="156411" y="1038380"/>
            <a:ext cx="4677936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C00000"/>
                </a:solidFill>
              </a:rPr>
              <a:t>EQUIPAMENTOS INCLUIDOS</a:t>
            </a:r>
          </a:p>
          <a:p>
            <a:endParaRPr lang="es-ES" dirty="0"/>
          </a:p>
        </p:txBody>
      </p:sp>
      <p:sp>
        <p:nvSpPr>
          <p:cNvPr id="16" name="Rectângulo 5">
            <a:extLst>
              <a:ext uri="{FF2B5EF4-FFF2-40B4-BE49-F238E27FC236}">
                <a16:creationId xmlns:a16="http://schemas.microsoft.com/office/drawing/2014/main" id="{BAEC40DD-0F7E-F46E-9224-7FA1DC986775}"/>
              </a:ext>
            </a:extLst>
          </p:cNvPr>
          <p:cNvSpPr/>
          <p:nvPr/>
        </p:nvSpPr>
        <p:spPr>
          <a:xfrm>
            <a:off x="234321" y="1407712"/>
            <a:ext cx="8675355" cy="31644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numCol="2" rtlCol="0" anchor="t" anchorCtr="0"/>
          <a:lstStyle/>
          <a:p>
            <a:r>
              <a:rPr lang="pt-PT" sz="1000" dirty="0"/>
              <a:t>1x SR620 </a:t>
            </a:r>
            <a:r>
              <a:rPr lang="pt-PT" sz="1000" dirty="0" err="1"/>
              <a:t>Patrol</a:t>
            </a:r>
            <a:endParaRPr lang="pt-PT" sz="1000" dirty="0"/>
          </a:p>
          <a:p>
            <a:r>
              <a:rPr lang="pt-PT" sz="1000" dirty="0"/>
              <a:t>1x Consola 580</a:t>
            </a:r>
          </a:p>
          <a:p>
            <a:r>
              <a:rPr lang="pt-PT" sz="1000" dirty="0"/>
              <a:t>1x Depósitos de combustível 200L</a:t>
            </a:r>
          </a:p>
          <a:p>
            <a:r>
              <a:rPr lang="pt-PT" sz="1000" dirty="0"/>
              <a:t>1x </a:t>
            </a:r>
            <a:r>
              <a:rPr lang="pt-PT" sz="1000" dirty="0" err="1"/>
              <a:t>Roll</a:t>
            </a:r>
            <a:r>
              <a:rPr lang="pt-PT" sz="1000" dirty="0"/>
              <a:t>-bar + suporte de antenas luzes de navegação e outros</a:t>
            </a:r>
          </a:p>
          <a:p>
            <a:r>
              <a:rPr lang="pt-PT" sz="1000" dirty="0"/>
              <a:t>1x Flutuador em </a:t>
            </a:r>
            <a:r>
              <a:rPr lang="pt-PT" sz="1000" dirty="0" err="1"/>
              <a:t>Hypalon</a:t>
            </a:r>
            <a:r>
              <a:rPr lang="pt-PT" sz="1000" dirty="0"/>
              <a:t>/neopreno</a:t>
            </a:r>
          </a:p>
          <a:p>
            <a:r>
              <a:rPr lang="pt-PT" sz="1000" dirty="0"/>
              <a:t>2x Bancos Jockey</a:t>
            </a:r>
          </a:p>
          <a:p>
            <a:r>
              <a:rPr lang="pt-PT" sz="1000" dirty="0"/>
              <a:t>1x Bita de proa</a:t>
            </a:r>
          </a:p>
          <a:p>
            <a:r>
              <a:rPr lang="pt-PT" sz="1000" dirty="0"/>
              <a:t>1x Loca de proa para arrumo de cabos e outros</a:t>
            </a:r>
          </a:p>
          <a:p>
            <a:r>
              <a:rPr lang="pt-PT" sz="1000" dirty="0"/>
              <a:t>1x Proteção lateral nos flutuadores</a:t>
            </a:r>
          </a:p>
          <a:p>
            <a:r>
              <a:rPr lang="pt-PT" sz="1000" dirty="0"/>
              <a:t>4x Pontos de suspensão</a:t>
            </a:r>
          </a:p>
          <a:p>
            <a:r>
              <a:rPr lang="pt-PT" sz="1000" dirty="0"/>
              <a:t>1x Palamenta completa</a:t>
            </a:r>
          </a:p>
          <a:p>
            <a:r>
              <a:rPr lang="pt-PT" sz="1000" dirty="0"/>
              <a:t>1x Projetor de busca manual</a:t>
            </a:r>
          </a:p>
          <a:p>
            <a:r>
              <a:rPr lang="pt-PT" sz="1000" dirty="0"/>
              <a:t>1x </a:t>
            </a:r>
            <a:r>
              <a:rPr lang="pt-PT" sz="1000" dirty="0" err="1"/>
              <a:t>Multifuncions</a:t>
            </a:r>
            <a:r>
              <a:rPr lang="pt-PT" sz="1000" dirty="0"/>
              <a:t> </a:t>
            </a:r>
            <a:r>
              <a:rPr lang="pt-PT" sz="1000" dirty="0" err="1"/>
              <a:t>Raymarine</a:t>
            </a:r>
            <a:r>
              <a:rPr lang="pt-PT" sz="1000" dirty="0"/>
              <a:t> 9” (ou similar)</a:t>
            </a:r>
          </a:p>
          <a:p>
            <a:r>
              <a:rPr lang="pt-PT" sz="1000" dirty="0"/>
              <a:t>1x bussola Ritchie (ou similar)</a:t>
            </a:r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dirty="0"/>
              <a:t>1x </a:t>
            </a:r>
            <a:r>
              <a:rPr lang="pt-PT" sz="1000" dirty="0" err="1"/>
              <a:t>Gps</a:t>
            </a:r>
            <a:r>
              <a:rPr lang="pt-PT" sz="1000" dirty="0"/>
              <a:t>/</a:t>
            </a:r>
            <a:r>
              <a:rPr lang="pt-PT" sz="1000" dirty="0" err="1"/>
              <a:t>Plotter</a:t>
            </a:r>
            <a:r>
              <a:rPr lang="pt-PT" sz="1000" dirty="0"/>
              <a:t>/Sonda</a:t>
            </a:r>
          </a:p>
          <a:p>
            <a:r>
              <a:rPr lang="pt-PT" sz="1000" dirty="0"/>
              <a:t>1x VHF</a:t>
            </a:r>
          </a:p>
          <a:p>
            <a:r>
              <a:rPr lang="pt-PT" sz="1000" dirty="0"/>
              <a:t>1x Comutador de baterias + </a:t>
            </a:r>
            <a:r>
              <a:rPr lang="pt-PT" sz="1000" dirty="0" err="1"/>
              <a:t>corta-corrente</a:t>
            </a:r>
            <a:endParaRPr lang="pt-PT" sz="1000" dirty="0"/>
          </a:p>
          <a:p>
            <a:r>
              <a:rPr lang="pt-PT" sz="1000" dirty="0"/>
              <a:t>1x Sistema de luzes de policia e sirena com autofalante</a:t>
            </a:r>
          </a:p>
          <a:p>
            <a:r>
              <a:rPr lang="pt-PT" sz="1000" dirty="0"/>
              <a:t>3x Batereis</a:t>
            </a:r>
          </a:p>
          <a:p>
            <a:r>
              <a:rPr lang="pt-PT" sz="1000" dirty="0"/>
              <a:t>2x Motores SUZUKI 90HP (ou similar)</a:t>
            </a:r>
          </a:p>
          <a:p>
            <a:r>
              <a:rPr lang="pt-PT" sz="1000" dirty="0"/>
              <a:t>1x kit de direção hidráulica</a:t>
            </a:r>
          </a:p>
          <a:p>
            <a:r>
              <a:rPr lang="pt-PT" sz="1000" dirty="0"/>
              <a:t>2x Filtro de combustível separador de agua</a:t>
            </a:r>
          </a:p>
          <a:p>
            <a:r>
              <a:rPr lang="pt-PT" sz="1000" dirty="0"/>
              <a:t>1x Projetor LED em popa y proa </a:t>
            </a:r>
          </a:p>
          <a:p>
            <a:r>
              <a:rPr lang="pt-PT" sz="1000" dirty="0"/>
              <a:t>1x Bomba de esgoto automática</a:t>
            </a:r>
          </a:p>
          <a:p>
            <a:r>
              <a:rPr lang="pt-PT" sz="1000" dirty="0"/>
              <a:t>1x Atrelado adequado a embarcação		</a:t>
            </a:r>
          </a:p>
          <a:p>
            <a:endParaRPr lang="pt-PT" sz="1100" dirty="0"/>
          </a:p>
          <a:p>
            <a:r>
              <a:rPr lang="pt-PT" sz="1100" dirty="0"/>
              <a:t>						</a:t>
            </a:r>
          </a:p>
          <a:p>
            <a:endParaRPr lang="pt-PT" sz="1100" dirty="0"/>
          </a:p>
          <a:p>
            <a:endParaRPr lang="pt-PT" sz="1100" dirty="0"/>
          </a:p>
          <a:p>
            <a:endParaRPr lang="pt-PT" sz="1100" dirty="0"/>
          </a:p>
          <a:p>
            <a:r>
              <a:rPr lang="pt-PT" sz="1100" dirty="0"/>
              <a:t>			</a:t>
            </a:r>
          </a:p>
          <a:p>
            <a:r>
              <a:rPr lang="pt-PT" sz="1100" dirty="0"/>
              <a:t>			</a:t>
            </a:r>
            <a:r>
              <a:rPr lang="pt-PT" sz="1200" dirty="0"/>
              <a:t>	</a:t>
            </a:r>
          </a:p>
          <a:p>
            <a:endParaRPr lang="pt-PT" sz="1200" dirty="0"/>
          </a:p>
          <a:p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206640725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473</Words>
  <Application>Microsoft Macintosh PowerPoint</Application>
  <PresentationFormat>Presentación en pantalla (4:3)</PresentationFormat>
  <Paragraphs>90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Tema do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Mafalda</dc:creator>
  <cp:lastModifiedBy>Microsoft Office User</cp:lastModifiedBy>
  <cp:revision>23</cp:revision>
  <cp:lastPrinted>2026-04-03T21:27:02Z</cp:lastPrinted>
  <dcterms:modified xsi:type="dcterms:W3CDTF">2026-04-03T21:27:05Z</dcterms:modified>
</cp:coreProperties>
</file>